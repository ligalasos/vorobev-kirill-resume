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4" r:id="rId4"/>
    <p:sldId id="262" r:id="rId5"/>
    <p:sldId id="263" r:id="rId6"/>
    <p:sldId id="265" r:id="rId7"/>
    <p:sldId id="261" r:id="rId8"/>
    <p:sldId id="266" r:id="rId9"/>
    <p:sldId id="267" r:id="rId10"/>
    <p:sldId id="260" r:id="rId11"/>
    <p:sldId id="25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BFAEF-4477-C116-AAF7-7BCC1CEC6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75EFDE-2585-08B0-8C80-27AD1F3FC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5AF192-6604-60AD-AE2F-F043CB9F1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4EDE-2581-494F-B403-28718539CF1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8CA2D1-D4A1-3B64-A46E-275EB8BE4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BD0522-4703-BCB0-5BEB-71C23B45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6474-6F21-464C-8E5E-9D7623B3D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372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EEB06-CAF0-C984-98B6-C6B741A0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4E1541-9855-BBBE-C2CB-47DB6F29F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D6A9C9-4DCD-00BD-DFC6-D01A0608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4EDE-2581-494F-B403-28718539CF1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BB4642-2F19-4220-1737-B4727D546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3C3F72-F575-0FE2-ACE6-3874BF57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6474-6F21-464C-8E5E-9D7623B3D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10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9183C-10E7-317D-18D6-EB6E1DCA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82D6E6-09FA-5696-AF30-D184B1A59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69D9A-D7FE-9FB3-3421-EF49D0C91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4EDE-2581-494F-B403-28718539CF1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D701EB-F976-F22C-5B2F-DCFD2F604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A69A53-48DE-2A74-0EF6-9F99964F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6474-6F21-464C-8E5E-9D7623B3D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833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109C5-562C-9372-9E80-E8E30124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5461B2-8F00-FC2B-6AB7-96E13D38B6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0685F6-591A-EBD0-A742-C3B2A30A8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B0AAFB-75C3-9C29-2349-402E5102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4EDE-2581-494F-B403-28718539CF1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E8B40C-9807-4D17-EC83-4DE748CFF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74AB5F-6A41-113A-A485-3DEF38DB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6474-6F21-464C-8E5E-9D7623B3D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24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7EF5B-1F3D-6CC9-F181-47DCD6C8A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6025D6-2CA2-7B46-40DF-F85E7CC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B6F59B-8A34-7C02-75ED-C81AACB9F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B9E4F4F-70BF-78BA-9B8A-2A28F02F3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E91803-8928-6FB3-DDC6-E271D737C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984C3F4-5FB1-374A-0F14-834C56A3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4EDE-2581-494F-B403-28718539CF1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8B6D1C-CD08-CD37-3FA7-7BAC0626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E5FD374-C688-AAA8-4E3A-8056BD385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6474-6F21-464C-8E5E-9D7623B3D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110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C5B788-CD24-62EB-8C3A-B7B8090DA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F933AF-DC20-0D84-2156-24C010BCF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4EDE-2581-494F-B403-28718539CF1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2DF1D25-FDF5-B9C5-4468-6C628D6C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859B31-8DF2-0678-4918-E4276DBA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6474-6F21-464C-8E5E-9D7623B3D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655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24D1E11-8849-EEA2-BAE5-1D719A1F9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4EDE-2581-494F-B403-28718539CF1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BD3D66-0DBB-9FDA-1400-E58AAE0B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D55E21-44B0-7F89-4BB7-86B7D9B0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6474-6F21-464C-8E5E-9D7623B3D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862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10686C-2615-2918-89D8-8329921ED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73FD94-3ADF-7C28-0455-19409A1D6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ED767C-EAFD-2616-64E7-18246DF8B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4DCAAF-4E2A-39D5-B039-64A06612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4EDE-2581-494F-B403-28718539CF1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579E8F-6B2C-2183-41E6-0AA237F8F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4636CC-BFD8-2F1C-84E8-CAC2201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6474-6F21-464C-8E5E-9D7623B3D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250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CE4E8B-F530-E194-3716-AB54395AA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0152DCB-D15B-9B16-5FCD-7F684FB938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56D67D-0E63-7BB8-D701-0FF533A63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98B9BD-FA06-54DF-BC28-F12BC390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4EDE-2581-494F-B403-28718539CF1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6B5B17-9609-DD84-6E70-E4B5D57F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51E343-4540-4430-D147-58431962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6474-6F21-464C-8E5E-9D7623B3D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928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30B126-ECE5-2AC4-D624-BB8E6D7A4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5EF47C-EFC6-3B8E-AE2A-0ECBF396B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C207CD-9DFD-5380-238E-3F7AA9C45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4EDE-2581-494F-B403-28718539CF1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C335BC-F41C-1414-79D9-CA8B6BAC7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C66B8C-4FBC-6727-3D77-FDAD5851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6474-6F21-464C-8E5E-9D7623B3D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7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3F0A072-B366-7C58-1F74-19166FB14D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61FA66-1917-9933-1D9C-582EDF512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E8FF22-84A8-962F-764A-3CD2AF93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4EDE-2581-494F-B403-28718539CF1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FC17E8-2E42-F65B-C7EF-C103ED3B8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744730-47AA-7BA9-23F1-A9E8A156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6474-6F21-464C-8E5E-9D7623B3D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63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ADEE0-92A1-9E3D-A824-ECA87F5F4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6215AE-7208-9A88-AFD9-EDBD6EC6F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644B35-5C70-797A-7DE7-698CDDEB0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A4EDE-2581-494F-B403-28718539CF11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80540B-9C89-14B3-AEFA-3478928CD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5F20DC-8007-CF44-EE04-593805A39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26474-6F21-464C-8E5E-9D7623B3D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304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снимок экрана, графический дизайн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31034B-128F-AF57-0525-E194B468C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3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439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FDB6C-2D2E-C0AD-2DD5-BE17E8973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C3700D-10ED-5964-C585-F49E0E23C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81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5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2A61D-F2ED-6C1F-2247-0F96EC69E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37E5C2-52E7-C226-7169-2801F18E4E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81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39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D3C04-59B0-9961-615C-21D003E43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6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снимок экрана, иллюстрац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1DAA2C5-AD37-3E2A-0DDB-F96DDE6E8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8" y="643467"/>
            <a:ext cx="1081760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9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30309-B738-BC71-D244-348BC4FE7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C72367A-ACB1-3DF4-E52D-6C59C2A3D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6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570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029CD-DBCC-A5F6-7BAB-E29CBFB5B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визитная карточка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ACE5C3-773E-A462-9183-A97F67B02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25018"/>
            <a:ext cx="11277600" cy="580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908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4080C-16AB-CEBC-A6A7-6A7FAC3D6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321C32-33FB-F01B-C1E8-3D510C1A6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81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20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EDEF28-EDEB-3CFF-E1BB-D82648F7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887" y="457200"/>
            <a:ext cx="747622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726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4CCA45-826A-3950-5120-C6DF938E3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92" y="296332"/>
            <a:ext cx="10987649" cy="619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55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AEEF4-B316-AF70-ED22-CD950C0EC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снимок экрана, линия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600456-24A4-D5F2-B45F-91FB1CB1E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1" r="-1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20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снимок экрана, линия, текс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585271-E6E4-A2CB-D6EC-0C8D15250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81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604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0</Words>
  <Application>Microsoft Office PowerPoint</Application>
  <PresentationFormat>Широкоэкранный</PresentationFormat>
  <Paragraphs>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kiril</dc:creator>
  <cp:lastModifiedBy>kiril</cp:lastModifiedBy>
  <cp:revision>3</cp:revision>
  <dcterms:created xsi:type="dcterms:W3CDTF">2025-11-29T19:40:56Z</dcterms:created>
  <dcterms:modified xsi:type="dcterms:W3CDTF">2025-11-30T09:35:25Z</dcterms:modified>
</cp:coreProperties>
</file>